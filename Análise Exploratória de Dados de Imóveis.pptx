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858000" cy="6858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914400"/>
            <a:ext cx="5029200" cy="5029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0"/>
            <a:ext cx="3200400" cy="3200400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MATEMÁTICA COMPUTACIONAL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974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Exploratória de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de Imóveis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219456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Tema: Mercado Imobiliário Brasileiro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por: Ana Clara, José Paulo, Victor Seixas e José Iderlan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Contextualização e Objetivo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do Projeto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mercado imobiliário utilizando técnicas computacionais e estatísticas para identificar padrões de preços, áreas e tipos de propriedades.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43434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4389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Relevância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quais fatores e características mais impactam o valor de mercado dos imóveis nas regiões analisadas.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349240" cy="47091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COBREM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423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 regiões do Brasil representados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2644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2644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imóvel: apartamento e casa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1056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m²/BRL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1056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centrais: área útil e preço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29400" y="4992624"/>
            <a:ext cx="46177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512978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decisões de compra, venda e investimento imobiliário.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 e Dicionário de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4572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783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7830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109960" cy="749808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2402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property_type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94760" y="244144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94760" y="2441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24028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do imóvel (ex: apartment, house)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1110996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99008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94760" y="3191256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94760" y="31912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990088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brasileiro (ex: Pernambuco, Piauí, etc.)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39896"/>
            <a:ext cx="11109960" cy="749808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73989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94760" y="394106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794760" y="3941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3739896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do país (ex: Northeast, South)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489704"/>
            <a:ext cx="1110996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48970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area_m2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94760" y="469087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94760" y="4690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4489704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útil do imóvel em metros quadrados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239512"/>
            <a:ext cx="11109960" cy="749808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523951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price_brl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94760" y="54406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794760" y="5440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5239512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do imóvel em Reais (BRL)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989320"/>
            <a:ext cx="111099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FIZEMOS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Aplicada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02336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 e Tratamento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valores ausentes, nulos ou inconsistentes na base de dados.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42519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01168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Estatística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490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métricas centrais (média, mediana) e de dispersão (desvio padrão) para preços e áreas.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402336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2402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154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Visualização Computacional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97764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gráficos para cruzar dados e encontrar correlações.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Outliers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434840" cy="438912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93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pontos fora da curva — imóveis com preços ou tamanhos extremamente discrepantes.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142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548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do impacto desses valores extremos nas métricas gerais e decisão sobre mantê-los ou removê-los.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1691640"/>
            <a:ext cx="644652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pic>
        <p:nvPicPr>
          <p:cNvPr id="14" name="Image 0" descr="03_boxplot_gastos_outl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828800"/>
            <a:ext cx="6172200" cy="36576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03520" y="553212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do intervalo interquartil (IQR) aplicado à distribuição de valores.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Distribuição de Preços e Áreas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7607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pic>
        <p:nvPicPr>
          <p:cNvPr id="5" name="Image 0" descr="04_heatmap_correl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5486400" cy="39349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783080"/>
            <a:ext cx="82296" cy="1051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Comportamento das variáveis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148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da assimetria nas distribuições de preço e área.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29400" y="3154680"/>
            <a:ext cx="82296" cy="1051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Concentração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3520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se concentram a maior parte das propriedades do dataset.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29400" y="4526280"/>
            <a:ext cx="82296" cy="1051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Relação entre variáveis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4892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estatístico entre área, preço e demais indicadores numéricos.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por Região e Tipo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32120" cy="44348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GEOGRÁFICA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preços médios por metro quadrado entre as regiões (Northeast vs. South).</a:t>
            </a:r>
            <a:endParaRPr lang="en-US" sz="1250" dirty="0"/>
          </a:p>
        </p:txBody>
      </p:sp>
      <p:pic>
        <p:nvPicPr>
          <p:cNvPr id="7" name="Image 0" descr="02_pizza_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80360"/>
            <a:ext cx="3017520" cy="29583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1691640"/>
            <a:ext cx="5349240" cy="44348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37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de valorização entre apartamentos (apartment) e casas (house).</a:t>
            </a:r>
            <a:endParaRPr lang="en-US" sz="1250" dirty="0"/>
          </a:p>
        </p:txBody>
      </p:sp>
      <p:pic>
        <p:nvPicPr>
          <p:cNvPr id="11" name="Image 1" descr="01_barras_categor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88920"/>
            <a:ext cx="4800600" cy="31660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206240"/>
            <a:ext cx="3474720" cy="347472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e Próximos Passos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416052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DESCOBERTAS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do imóvel tem forte relação com o preço, mas a região e o estado alteram drasticamente o valor do metro quadrado.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4160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517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de modelos preditivos e algoritmos de Machine Learning (como Regressão Linear) para estimar preços futuros.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2026-09-12T21:10:54Z</dcterms:created>
  <dcterms:modified xsi:type="dcterms:W3CDTF">2026-09-12T21:10:54Z</dcterms:modified>
</cp:coreProperties>
</file>